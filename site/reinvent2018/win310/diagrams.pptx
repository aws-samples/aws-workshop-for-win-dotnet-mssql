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12192000" cy="16002000"/>
  <p:notesSz cx="6858000" cy="9144000"/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42"/>
    <p:restoredTop sz="94402"/>
  </p:normalViewPr>
  <p:slideViewPr>
    <p:cSldViewPr snapToGrid="0" snapToObjects="1">
      <p:cViewPr>
        <p:scale>
          <a:sx n="120" d="100"/>
          <a:sy n="120" d="100"/>
        </p:scale>
        <p:origin x="1192" y="-1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18847"/>
            <a:ext cx="10363200" cy="55710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404755"/>
            <a:ext cx="9144000" cy="3863445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39D8-A40C-D143-938D-3917B09B9E99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9BE0-FD6C-5E41-A438-5197DAF2B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62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39D8-A40C-D143-938D-3917B09B9E99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9BE0-FD6C-5E41-A438-5197DAF2B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450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989392"/>
            <a:ext cx="10515600" cy="6656386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0708751"/>
            <a:ext cx="10515600" cy="350043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39D8-A40C-D143-938D-3917B09B9E99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9BE0-FD6C-5E41-A438-5197DAF2B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55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259792"/>
            <a:ext cx="5181600" cy="101531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259792"/>
            <a:ext cx="5181600" cy="101531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39D8-A40C-D143-938D-3917B09B9E99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9BE0-FD6C-5E41-A438-5197DAF2B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08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51962"/>
            <a:ext cx="10515600" cy="30929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922714"/>
            <a:ext cx="5157787" cy="192246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845175"/>
            <a:ext cx="5157787" cy="85973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922714"/>
            <a:ext cx="5183188" cy="192246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845175"/>
            <a:ext cx="5183188" cy="85973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39D8-A40C-D143-938D-3917B09B9E99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9BE0-FD6C-5E41-A438-5197DAF2B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37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39D8-A40C-D143-938D-3917B09B9E99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9BE0-FD6C-5E41-A438-5197DAF2B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576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39D8-A40C-D143-938D-3917B09B9E99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9BE0-FD6C-5E41-A438-5197DAF2B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978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66800"/>
            <a:ext cx="3932237" cy="37338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303995"/>
            <a:ext cx="6172200" cy="1137179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00600"/>
            <a:ext cx="3932237" cy="889370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39D8-A40C-D143-938D-3917B09B9E99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9BE0-FD6C-5E41-A438-5197DAF2B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74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66800"/>
            <a:ext cx="3932237" cy="37338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303995"/>
            <a:ext cx="6172200" cy="1137179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00600"/>
            <a:ext cx="3932237" cy="889370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39D8-A40C-D143-938D-3917B09B9E99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9BE0-FD6C-5E41-A438-5197DAF2B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16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39D8-A40C-D143-938D-3917B09B9E99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9BE0-FD6C-5E41-A438-5197DAF2B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446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851959"/>
            <a:ext cx="2628900" cy="1356095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851959"/>
            <a:ext cx="7734300" cy="1356095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839D8-A40C-D143-938D-3917B09B9E99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09BE0-FD6C-5E41-A438-5197DAF2B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895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51962"/>
            <a:ext cx="10515600" cy="3092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259792"/>
            <a:ext cx="10515600" cy="10153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4831487"/>
            <a:ext cx="2743200" cy="8519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E839D8-A40C-D143-938D-3917B09B9E99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4831487"/>
            <a:ext cx="4114800" cy="8519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4831487"/>
            <a:ext cx="2743200" cy="8519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09BE0-FD6C-5E41-A438-5197DAF2B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882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CA48E088-0738-0A4C-A3AD-BC39C61A0774}"/>
              </a:ext>
            </a:extLst>
          </p:cNvPr>
          <p:cNvGrpSpPr/>
          <p:nvPr/>
        </p:nvGrpSpPr>
        <p:grpSpPr>
          <a:xfrm>
            <a:off x="681660" y="5232998"/>
            <a:ext cx="7036953" cy="7397152"/>
            <a:chOff x="488950" y="2362200"/>
            <a:chExt cx="7036953" cy="5859893"/>
          </a:xfrm>
        </p:grpSpPr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FC1B4933-69B9-3D4E-BF5C-62F2AF2A6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950" y="2362200"/>
              <a:ext cx="342900" cy="342900"/>
            </a:xfrm>
            <a:prstGeom prst="rect">
              <a:avLst/>
            </a:prstGeom>
          </p:spPr>
        </p:pic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6C5FCFC-2766-AB4F-9612-5D51BE5E9A62}"/>
                </a:ext>
              </a:extLst>
            </p:cNvPr>
            <p:cNvSpPr/>
            <p:nvPr/>
          </p:nvSpPr>
          <p:spPr>
            <a:xfrm>
              <a:off x="488950" y="2362200"/>
              <a:ext cx="7036953" cy="5859893"/>
            </a:xfrm>
            <a:prstGeom prst="rect">
              <a:avLst/>
            </a:prstGeom>
            <a:noFill/>
            <a:ln w="12700">
              <a:solidFill>
                <a:srgbClr val="8791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200" dirty="0">
                  <a:solidFill>
                    <a:srgbClr val="879196"/>
                  </a:solidFill>
                </a:rPr>
                <a:t>VPC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E4329EF-9C02-8541-A2CA-DDC4F20A298F}"/>
              </a:ext>
            </a:extLst>
          </p:cNvPr>
          <p:cNvGrpSpPr/>
          <p:nvPr/>
        </p:nvGrpSpPr>
        <p:grpSpPr>
          <a:xfrm>
            <a:off x="1024560" y="5958008"/>
            <a:ext cx="2041221" cy="1552399"/>
            <a:chOff x="1028700" y="4565650"/>
            <a:chExt cx="2041221" cy="1552399"/>
          </a:xfrm>
        </p:grpSpPr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D7DBA16C-5F81-EE48-BB6E-D2F2AB333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8700" y="4565650"/>
              <a:ext cx="342900" cy="342900"/>
            </a:xfrm>
            <a:prstGeom prst="rect">
              <a:avLst/>
            </a:prstGeom>
          </p:spPr>
        </p:pic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7EEAEAE-241B-DF4C-B9F5-BA30EB8B4F59}"/>
                </a:ext>
              </a:extLst>
            </p:cNvPr>
            <p:cNvSpPr/>
            <p:nvPr/>
          </p:nvSpPr>
          <p:spPr>
            <a:xfrm>
              <a:off x="1028700" y="4565650"/>
              <a:ext cx="2041221" cy="1552399"/>
            </a:xfrm>
            <a:prstGeom prst="rect">
              <a:avLst/>
            </a:prstGeom>
            <a:noFill/>
            <a:ln w="12700">
              <a:solidFill>
                <a:srgbClr val="545B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200" dirty="0">
                  <a:solidFill>
                    <a:srgbClr val="545B64"/>
                  </a:solidFill>
                </a:rPr>
                <a:t>Public subnet</a:t>
              </a: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CFEF25DA-138F-3940-9B82-FD1EDA70A71E}"/>
              </a:ext>
            </a:extLst>
          </p:cNvPr>
          <p:cNvGrpSpPr/>
          <p:nvPr/>
        </p:nvGrpSpPr>
        <p:grpSpPr>
          <a:xfrm>
            <a:off x="1024560" y="7894382"/>
            <a:ext cx="2041221" cy="4363942"/>
            <a:chOff x="1028700" y="4565650"/>
            <a:chExt cx="2041221" cy="3545069"/>
          </a:xfrm>
        </p:grpSpPr>
        <p:pic>
          <p:nvPicPr>
            <p:cNvPr id="144" name="Graphic 143">
              <a:extLst>
                <a:ext uri="{FF2B5EF4-FFF2-40B4-BE49-F238E27FC236}">
                  <a16:creationId xmlns:a16="http://schemas.microsoft.com/office/drawing/2014/main" id="{890F8E60-B21B-6647-B203-E4A14EAA5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8700" y="4565650"/>
              <a:ext cx="342900" cy="342900"/>
            </a:xfrm>
            <a:prstGeom prst="rect">
              <a:avLst/>
            </a:prstGeom>
          </p:spPr>
        </p:pic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55E6F06C-C799-994F-89DA-DDF6B9B0BCDD}"/>
                </a:ext>
              </a:extLst>
            </p:cNvPr>
            <p:cNvSpPr/>
            <p:nvPr/>
          </p:nvSpPr>
          <p:spPr>
            <a:xfrm>
              <a:off x="1028700" y="4565650"/>
              <a:ext cx="2041221" cy="3545069"/>
            </a:xfrm>
            <a:prstGeom prst="rect">
              <a:avLst/>
            </a:prstGeom>
            <a:noFill/>
            <a:ln w="12700">
              <a:solidFill>
                <a:srgbClr val="545B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200" dirty="0">
                  <a:solidFill>
                    <a:srgbClr val="545B64"/>
                  </a:solidFill>
                </a:rPr>
                <a:t>Private subnet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B161268E-083B-EA4C-94D9-D907D716E4C0}"/>
              </a:ext>
            </a:extLst>
          </p:cNvPr>
          <p:cNvGrpSpPr/>
          <p:nvPr/>
        </p:nvGrpSpPr>
        <p:grpSpPr>
          <a:xfrm>
            <a:off x="1523629" y="8422415"/>
            <a:ext cx="1072750" cy="1050907"/>
            <a:chOff x="5355295" y="941784"/>
            <a:chExt cx="1072750" cy="1050907"/>
          </a:xfrm>
        </p:grpSpPr>
        <p:pic>
          <p:nvPicPr>
            <p:cNvPr id="154" name="Graphic 153">
              <a:extLst>
                <a:ext uri="{FF2B5EF4-FFF2-40B4-BE49-F238E27FC236}">
                  <a16:creationId xmlns:a16="http://schemas.microsoft.com/office/drawing/2014/main" id="{B5FC5A08-0A42-4B4F-B058-1A1324AF9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05920" y="941784"/>
              <a:ext cx="571500" cy="571500"/>
            </a:xfrm>
            <a:prstGeom prst="rect">
              <a:avLst/>
            </a:prstGeom>
          </p:spPr>
        </p:pic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153869EC-BA69-EC42-B7AA-4AE57254584D}"/>
                </a:ext>
              </a:extLst>
            </p:cNvPr>
            <p:cNvSpPr txBox="1"/>
            <p:nvPr/>
          </p:nvSpPr>
          <p:spPr>
            <a:xfrm>
              <a:off x="5355295" y="1561804"/>
              <a:ext cx="107275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232F3E"/>
                  </a:solidFill>
                </a:rPr>
                <a:t>WSFCNode1</a:t>
              </a:r>
            </a:p>
            <a:p>
              <a:pPr algn="ctr"/>
              <a:r>
                <a:rPr lang="en-US" sz="1100" dirty="0">
                  <a:solidFill>
                    <a:srgbClr val="232F3E"/>
                  </a:solidFill>
                </a:rPr>
                <a:t>(10.0.0.100)</a:t>
              </a:r>
            </a:p>
          </p:txBody>
        </p:sp>
      </p:grpSp>
      <p:pic>
        <p:nvPicPr>
          <p:cNvPr id="156" name="Graphic 155">
            <a:extLst>
              <a:ext uri="{FF2B5EF4-FFF2-40B4-BE49-F238E27FC236}">
                <a16:creationId xmlns:a16="http://schemas.microsoft.com/office/drawing/2014/main" id="{490C63F7-93E1-2749-9E96-D01462D0F9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79004" y="9651540"/>
            <a:ext cx="762000" cy="952500"/>
          </a:xfrm>
          <a:prstGeom prst="rect">
            <a:avLst/>
          </a:prstGeom>
        </p:spPr>
      </p:pic>
      <p:pic>
        <p:nvPicPr>
          <p:cNvPr id="157" name="Graphic 156">
            <a:extLst>
              <a:ext uri="{FF2B5EF4-FFF2-40B4-BE49-F238E27FC236}">
                <a16:creationId xmlns:a16="http://schemas.microsoft.com/office/drawing/2014/main" id="{94D4D732-4860-BC48-8FC8-19208DD5D3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93010" y="10880825"/>
            <a:ext cx="762000" cy="1092200"/>
          </a:xfrm>
          <a:prstGeom prst="rect">
            <a:avLst/>
          </a:prstGeom>
        </p:spPr>
      </p:pic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7AE9325-BB0A-3D4E-96B9-64EE8342B8CD}"/>
              </a:ext>
            </a:extLst>
          </p:cNvPr>
          <p:cNvGrpSpPr/>
          <p:nvPr/>
        </p:nvGrpSpPr>
        <p:grpSpPr>
          <a:xfrm>
            <a:off x="1491979" y="6438729"/>
            <a:ext cx="1072750" cy="1050907"/>
            <a:chOff x="5355295" y="941784"/>
            <a:chExt cx="1072750" cy="1050907"/>
          </a:xfrm>
        </p:grpSpPr>
        <p:pic>
          <p:nvPicPr>
            <p:cNvPr id="159" name="Graphic 158">
              <a:extLst>
                <a:ext uri="{FF2B5EF4-FFF2-40B4-BE49-F238E27FC236}">
                  <a16:creationId xmlns:a16="http://schemas.microsoft.com/office/drawing/2014/main" id="{D4FDBEC6-B449-274D-B219-583172A7B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05920" y="941784"/>
              <a:ext cx="571500" cy="571500"/>
            </a:xfrm>
            <a:prstGeom prst="rect">
              <a:avLst/>
            </a:prstGeom>
          </p:spPr>
        </p:pic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E7A0A4FD-0F50-4B4C-A284-AC5881960EF9}"/>
                </a:ext>
              </a:extLst>
            </p:cNvPr>
            <p:cNvSpPr txBox="1"/>
            <p:nvPr/>
          </p:nvSpPr>
          <p:spPr>
            <a:xfrm>
              <a:off x="5355295" y="1561804"/>
              <a:ext cx="107275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232F3E"/>
                  </a:solidFill>
                </a:rPr>
                <a:t>ONPREM</a:t>
              </a:r>
            </a:p>
            <a:p>
              <a:pPr algn="ctr"/>
              <a:r>
                <a:rPr lang="en-US" sz="1100" dirty="0">
                  <a:solidFill>
                    <a:srgbClr val="232F3E"/>
                  </a:solidFill>
                </a:rPr>
                <a:t>(10.0.128.100)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75F89141-BBE1-EA47-9E87-9C4E41D0E262}"/>
              </a:ext>
            </a:extLst>
          </p:cNvPr>
          <p:cNvGrpSpPr/>
          <p:nvPr/>
        </p:nvGrpSpPr>
        <p:grpSpPr>
          <a:xfrm>
            <a:off x="5291760" y="5963166"/>
            <a:ext cx="2041221" cy="1552399"/>
            <a:chOff x="1028700" y="4565650"/>
            <a:chExt cx="2041221" cy="1552399"/>
          </a:xfrm>
        </p:grpSpPr>
        <p:pic>
          <p:nvPicPr>
            <p:cNvPr id="162" name="Graphic 161">
              <a:extLst>
                <a:ext uri="{FF2B5EF4-FFF2-40B4-BE49-F238E27FC236}">
                  <a16:creationId xmlns:a16="http://schemas.microsoft.com/office/drawing/2014/main" id="{515F733E-BE56-6C4B-A647-08B0CBA24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8700" y="4565650"/>
              <a:ext cx="342900" cy="342900"/>
            </a:xfrm>
            <a:prstGeom prst="rect">
              <a:avLst/>
            </a:prstGeom>
          </p:spPr>
        </p:pic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BFC70BDF-848C-A947-99B6-BBCBD93686B3}"/>
                </a:ext>
              </a:extLst>
            </p:cNvPr>
            <p:cNvSpPr/>
            <p:nvPr/>
          </p:nvSpPr>
          <p:spPr>
            <a:xfrm>
              <a:off x="1028700" y="4565650"/>
              <a:ext cx="2041221" cy="1552399"/>
            </a:xfrm>
            <a:prstGeom prst="rect">
              <a:avLst/>
            </a:prstGeom>
            <a:noFill/>
            <a:ln w="12700">
              <a:solidFill>
                <a:srgbClr val="545B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200" dirty="0">
                  <a:solidFill>
                    <a:srgbClr val="545B64"/>
                  </a:solidFill>
                </a:rPr>
                <a:t>Public subnet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85FF84B-E4AD-A24B-AF76-714A6E1A0FC0}"/>
              </a:ext>
            </a:extLst>
          </p:cNvPr>
          <p:cNvGrpSpPr/>
          <p:nvPr/>
        </p:nvGrpSpPr>
        <p:grpSpPr>
          <a:xfrm>
            <a:off x="5291760" y="7899540"/>
            <a:ext cx="2041221" cy="4363942"/>
            <a:chOff x="1028700" y="4565650"/>
            <a:chExt cx="2041221" cy="3545069"/>
          </a:xfrm>
        </p:grpSpPr>
        <p:pic>
          <p:nvPicPr>
            <p:cNvPr id="165" name="Graphic 164">
              <a:extLst>
                <a:ext uri="{FF2B5EF4-FFF2-40B4-BE49-F238E27FC236}">
                  <a16:creationId xmlns:a16="http://schemas.microsoft.com/office/drawing/2014/main" id="{3FF08D8F-05D8-814F-8C69-2361548D7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8700" y="4565650"/>
              <a:ext cx="342900" cy="342900"/>
            </a:xfrm>
            <a:prstGeom prst="rect">
              <a:avLst/>
            </a:prstGeom>
          </p:spPr>
        </p:pic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482A0E79-3BCF-E848-91C6-A087FC07A7C3}"/>
                </a:ext>
              </a:extLst>
            </p:cNvPr>
            <p:cNvSpPr/>
            <p:nvPr/>
          </p:nvSpPr>
          <p:spPr>
            <a:xfrm>
              <a:off x="1028700" y="4565650"/>
              <a:ext cx="2041221" cy="3545069"/>
            </a:xfrm>
            <a:prstGeom prst="rect">
              <a:avLst/>
            </a:prstGeom>
            <a:noFill/>
            <a:ln w="12700">
              <a:solidFill>
                <a:srgbClr val="545B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200" dirty="0">
                  <a:solidFill>
                    <a:srgbClr val="545B64"/>
                  </a:solidFill>
                </a:rPr>
                <a:t>Private subnet</a:t>
              </a: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D1625D0-4DFC-204B-8C0E-4E291CDAB2CD}"/>
              </a:ext>
            </a:extLst>
          </p:cNvPr>
          <p:cNvGrpSpPr/>
          <p:nvPr/>
        </p:nvGrpSpPr>
        <p:grpSpPr>
          <a:xfrm>
            <a:off x="5790829" y="8427573"/>
            <a:ext cx="1072750" cy="1050907"/>
            <a:chOff x="5355295" y="941784"/>
            <a:chExt cx="1072750" cy="1050907"/>
          </a:xfrm>
        </p:grpSpPr>
        <p:pic>
          <p:nvPicPr>
            <p:cNvPr id="168" name="Graphic 167">
              <a:extLst>
                <a:ext uri="{FF2B5EF4-FFF2-40B4-BE49-F238E27FC236}">
                  <a16:creationId xmlns:a16="http://schemas.microsoft.com/office/drawing/2014/main" id="{DF569465-8071-6F4F-88C0-D609ED23C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05920" y="941784"/>
              <a:ext cx="571500" cy="571500"/>
            </a:xfrm>
            <a:prstGeom prst="rect">
              <a:avLst/>
            </a:prstGeom>
          </p:spPr>
        </p:pic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8361E226-E58A-0D49-B18D-806B0E1C7666}"/>
                </a:ext>
              </a:extLst>
            </p:cNvPr>
            <p:cNvSpPr txBox="1"/>
            <p:nvPr/>
          </p:nvSpPr>
          <p:spPr>
            <a:xfrm>
              <a:off x="5355295" y="1561804"/>
              <a:ext cx="107275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232F3E"/>
                  </a:solidFill>
                </a:rPr>
                <a:t>WSFCNode1</a:t>
              </a:r>
            </a:p>
            <a:p>
              <a:pPr algn="ctr"/>
              <a:r>
                <a:rPr lang="en-US" sz="1100" dirty="0">
                  <a:solidFill>
                    <a:srgbClr val="232F3E"/>
                  </a:solidFill>
                </a:rPr>
                <a:t>(10.0.32.100)</a:t>
              </a:r>
            </a:p>
          </p:txBody>
        </p:sp>
      </p:grpSp>
      <p:pic>
        <p:nvPicPr>
          <p:cNvPr id="170" name="Graphic 169">
            <a:extLst>
              <a:ext uri="{FF2B5EF4-FFF2-40B4-BE49-F238E27FC236}">
                <a16:creationId xmlns:a16="http://schemas.microsoft.com/office/drawing/2014/main" id="{913B3DC6-FB7D-8640-AAE6-1A47FACD1B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46204" y="9656698"/>
            <a:ext cx="762000" cy="952500"/>
          </a:xfrm>
          <a:prstGeom prst="rect">
            <a:avLst/>
          </a:prstGeom>
        </p:spPr>
      </p:pic>
      <p:pic>
        <p:nvPicPr>
          <p:cNvPr id="171" name="Graphic 170">
            <a:extLst>
              <a:ext uri="{FF2B5EF4-FFF2-40B4-BE49-F238E27FC236}">
                <a16:creationId xmlns:a16="http://schemas.microsoft.com/office/drawing/2014/main" id="{23265138-84FC-884B-A0EC-83C1C6B74A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60210" y="10885983"/>
            <a:ext cx="762000" cy="1092200"/>
          </a:xfrm>
          <a:prstGeom prst="rect">
            <a:avLst/>
          </a:prstGeom>
        </p:spPr>
      </p:pic>
      <p:sp>
        <p:nvSpPr>
          <p:cNvPr id="176" name="Rectangle 175">
            <a:extLst>
              <a:ext uri="{FF2B5EF4-FFF2-40B4-BE49-F238E27FC236}">
                <a16:creationId xmlns:a16="http://schemas.microsoft.com/office/drawing/2014/main" id="{C826D68C-1C85-7B47-938A-B2C3A0E1601C}"/>
              </a:ext>
            </a:extLst>
          </p:cNvPr>
          <p:cNvSpPr/>
          <p:nvPr/>
        </p:nvSpPr>
        <p:spPr>
          <a:xfrm>
            <a:off x="1367460" y="8230264"/>
            <a:ext cx="5581251" cy="866571"/>
          </a:xfrm>
          <a:prstGeom prst="rect">
            <a:avLst/>
          </a:prstGeom>
          <a:solidFill>
            <a:srgbClr val="AAB7B8">
              <a:alpha val="22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dirty="0">
              <a:solidFill>
                <a:srgbClr val="AAB7B8"/>
              </a:solidFill>
            </a:endParaRPr>
          </a:p>
          <a:p>
            <a:pPr algn="ctr"/>
            <a:r>
              <a:rPr lang="en-US" sz="1200" dirty="0">
                <a:solidFill>
                  <a:srgbClr val="545B64"/>
                </a:solidFill>
              </a:rPr>
              <a:t>Microsoft SQL Server 2017</a:t>
            </a:r>
          </a:p>
          <a:p>
            <a:pPr algn="ctr"/>
            <a:r>
              <a:rPr lang="en-US" sz="1200" dirty="0">
                <a:solidFill>
                  <a:srgbClr val="545B64"/>
                </a:solidFill>
              </a:rPr>
              <a:t>Always On on EC2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25D2DA1-9D7F-4C41-AAD6-C8AF1FB53B64}"/>
              </a:ext>
            </a:extLst>
          </p:cNvPr>
          <p:cNvSpPr/>
          <p:nvPr/>
        </p:nvSpPr>
        <p:spPr>
          <a:xfrm>
            <a:off x="1367459" y="9581624"/>
            <a:ext cx="5581251" cy="965267"/>
          </a:xfrm>
          <a:prstGeom prst="rect">
            <a:avLst/>
          </a:prstGeom>
          <a:solidFill>
            <a:srgbClr val="AAB7B8">
              <a:alpha val="22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dirty="0">
              <a:solidFill>
                <a:srgbClr val="AAB7B8"/>
              </a:solidFill>
            </a:endParaRPr>
          </a:p>
          <a:p>
            <a:pPr algn="ctr"/>
            <a:r>
              <a:rPr lang="en-US" sz="1200" dirty="0">
                <a:solidFill>
                  <a:srgbClr val="545B64"/>
                </a:solidFill>
              </a:rPr>
              <a:t>Amazon RDS Multi-AZ</a:t>
            </a:r>
          </a:p>
          <a:p>
            <a:pPr algn="ctr"/>
            <a:r>
              <a:rPr lang="en-US" sz="1200" dirty="0">
                <a:solidFill>
                  <a:srgbClr val="545B64"/>
                </a:solidFill>
              </a:rPr>
              <a:t>SQL Server 2017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68053DA-9071-DC42-B8D3-5BECC0971A38}"/>
              </a:ext>
            </a:extLst>
          </p:cNvPr>
          <p:cNvSpPr/>
          <p:nvPr/>
        </p:nvSpPr>
        <p:spPr>
          <a:xfrm>
            <a:off x="1388145" y="10753388"/>
            <a:ext cx="5581251" cy="965267"/>
          </a:xfrm>
          <a:prstGeom prst="rect">
            <a:avLst/>
          </a:prstGeom>
          <a:solidFill>
            <a:srgbClr val="AAB7B8">
              <a:alpha val="22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dirty="0">
              <a:solidFill>
                <a:srgbClr val="AAB7B8"/>
              </a:solidFill>
            </a:endParaRPr>
          </a:p>
          <a:p>
            <a:pPr algn="ctr"/>
            <a:r>
              <a:rPr lang="en-US" sz="1200" dirty="0">
                <a:solidFill>
                  <a:srgbClr val="545B64"/>
                </a:solidFill>
              </a:rPr>
              <a:t>Amazon Directory Services</a:t>
            </a:r>
          </a:p>
          <a:p>
            <a:pPr algn="ctr"/>
            <a:r>
              <a:rPr lang="en-US" sz="1200" dirty="0">
                <a:solidFill>
                  <a:srgbClr val="545B64"/>
                </a:solidFill>
              </a:rPr>
              <a:t>Microsoft AD 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9C812957-1426-304A-8583-0FF6884F9183}"/>
              </a:ext>
            </a:extLst>
          </p:cNvPr>
          <p:cNvSpPr/>
          <p:nvPr/>
        </p:nvSpPr>
        <p:spPr>
          <a:xfrm>
            <a:off x="1491980" y="6291193"/>
            <a:ext cx="5581251" cy="866571"/>
          </a:xfrm>
          <a:prstGeom prst="rect">
            <a:avLst/>
          </a:prstGeom>
          <a:solidFill>
            <a:srgbClr val="AAB7B8">
              <a:alpha val="22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dirty="0">
              <a:solidFill>
                <a:srgbClr val="AAB7B8"/>
              </a:solidFill>
            </a:endParaRPr>
          </a:p>
          <a:p>
            <a:pPr algn="ctr"/>
            <a:r>
              <a:rPr lang="en-US" sz="1200" dirty="0">
                <a:solidFill>
                  <a:srgbClr val="545B64"/>
                </a:solidFill>
              </a:rPr>
              <a:t>Microsoft SQL Server 2008 R2</a:t>
            </a:r>
          </a:p>
          <a:p>
            <a:pPr algn="ctr"/>
            <a:r>
              <a:rPr lang="en-US" sz="1200" dirty="0">
                <a:solidFill>
                  <a:srgbClr val="545B64"/>
                </a:solidFill>
              </a:rPr>
              <a:t>Simulating On-</a:t>
            </a:r>
            <a:r>
              <a:rPr lang="en-US" sz="1200" dirty="0" err="1">
                <a:solidFill>
                  <a:srgbClr val="545B64"/>
                </a:solidFill>
              </a:rPr>
              <a:t>Prem</a:t>
            </a:r>
            <a:r>
              <a:rPr lang="en-US" sz="1200" dirty="0">
                <a:solidFill>
                  <a:srgbClr val="545B64"/>
                </a:solidFill>
              </a:rPr>
              <a:t> Server</a:t>
            </a:r>
          </a:p>
        </p:txBody>
      </p:sp>
    </p:spTree>
    <p:extLst>
      <p:ext uri="{BB962C8B-B14F-4D97-AF65-F5344CB8AC3E}">
        <p14:creationId xmlns:p14="http://schemas.microsoft.com/office/powerpoint/2010/main" val="3631247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</TotalTime>
  <Words>48</Words>
  <Application>Microsoft Macintosh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Brian Beach</dc:creator>
  <cp:lastModifiedBy>Brian Beach</cp:lastModifiedBy>
  <cp:revision>5</cp:revision>
  <dcterms:created xsi:type="dcterms:W3CDTF">2018-11-10T17:04:06Z</dcterms:created>
  <dcterms:modified xsi:type="dcterms:W3CDTF">2018-11-10T19:14:52Z</dcterms:modified>
</cp:coreProperties>
</file>